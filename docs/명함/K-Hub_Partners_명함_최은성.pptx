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287000" cy="6286500"/>
  <p:notesSz cx="62865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-822" y="-90"/>
      </p:cViewPr>
      <p:guideLst>
        <p:guide orient="horz" pos="198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26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ebec50ae7f74f1f224ef36b01f25085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0287000" cy="6286500"/>
          </a:xfrm>
          <a:prstGeom prst="rect">
            <a:avLst/>
          </a:prstGeom>
        </p:spPr>
      </p:pic>
      <p:pic>
        <p:nvPicPr>
          <p:cNvPr id="4" name="Image 1" descr="gen-dedup-0c1f71ebcd57dcb94819134cb267bde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14300" cy="6286500"/>
          </a:xfrm>
          <a:prstGeom prst="rect">
            <a:avLst/>
          </a:prstGeom>
        </p:spPr>
      </p:pic>
      <p:pic>
        <p:nvPicPr>
          <p:cNvPr id="6" name="Image 3" descr="gen-dedup-03adea972e00465520a50c9264fc3c78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571500" y="4290218"/>
            <a:ext cx="9144000" cy="914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690643" y="3635968"/>
            <a:ext cx="5715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3200" dirty="0" smtClean="0"/>
              <a:t>최 은 성</a:t>
            </a:r>
            <a:endParaRPr lang="en-US" sz="3200" dirty="0"/>
          </a:p>
        </p:txBody>
      </p:sp>
      <p:sp>
        <p:nvSpPr>
          <p:cNvPr id="12" name="Text 5"/>
          <p:cNvSpPr txBox="1"/>
          <p:nvPr/>
        </p:nvSpPr>
        <p:spPr>
          <a:xfrm>
            <a:off x="571500" y="4566550"/>
            <a:ext cx="6667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39" dirty="0">
                <a:solidFill>
                  <a:srgbClr val="0E18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(주)케이허브파트너스</a:t>
            </a:r>
            <a:endParaRPr lang="en-US" sz="1950" dirty="0"/>
          </a:p>
        </p:txBody>
      </p:sp>
      <p:sp>
        <p:nvSpPr>
          <p:cNvPr id="13" name="Text 6"/>
          <p:cNvSpPr txBox="1"/>
          <p:nvPr/>
        </p:nvSpPr>
        <p:spPr>
          <a:xfrm>
            <a:off x="571499" y="5072725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 강남구 영동대로 602, 6층 D97호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571500" y="5403595"/>
            <a:ext cx="304495" cy="304495"/>
          </a:xfrm>
          <a:prstGeom prst="ellipse">
            <a:avLst/>
          </a:prstGeom>
          <a:solidFill>
            <a:srgbClr val="1B24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1500" y="540359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1047902" y="5437428"/>
            <a:ext cx="1349654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kern="0" spc="26" dirty="0" smtClean="0">
                <a:solidFill>
                  <a:srgbClr val="0E18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010-</a:t>
            </a:r>
            <a:r>
              <a:rPr lang="en-US" sz="1275" kern="0" spc="26" dirty="0" smtClean="0">
                <a:solidFill>
                  <a:srgbClr val="0E18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5843-0627</a:t>
            </a:r>
            <a:endParaRPr lang="en-US" sz="1275" dirty="0"/>
          </a:p>
        </p:txBody>
      </p:sp>
      <p:sp>
        <p:nvSpPr>
          <p:cNvPr id="17" name="Shape 10"/>
          <p:cNvSpPr/>
          <p:nvPr/>
        </p:nvSpPr>
        <p:spPr>
          <a:xfrm>
            <a:off x="571500" y="5803976"/>
            <a:ext cx="304495" cy="304495"/>
          </a:xfrm>
          <a:prstGeom prst="ellipse">
            <a:avLst/>
          </a:prstGeom>
          <a:solidFill>
            <a:srgbClr val="C9A9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71500" y="5803976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1047902" y="5837809"/>
            <a:ext cx="239298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75" kern="0" spc="26" dirty="0" smtClean="0">
                <a:solidFill>
                  <a:srgbClr val="0E18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ply77211@gmail.com</a:t>
            </a:r>
            <a:endParaRPr lang="en-US" sz="1275" dirty="0"/>
          </a:p>
        </p:txBody>
      </p:sp>
      <p:sp>
        <p:nvSpPr>
          <p:cNvPr id="20" name="Text 13"/>
          <p:cNvSpPr txBox="1"/>
          <p:nvPr/>
        </p:nvSpPr>
        <p:spPr>
          <a:xfrm>
            <a:off x="7026245" y="5487183"/>
            <a:ext cx="3048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b="1" i="1" kern="0" spc="33" dirty="0">
                <a:solidFill>
                  <a:srgbClr val="C9A9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Connecting Ideas,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7026245" y="5780706"/>
            <a:ext cx="3048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b="1" i="1" kern="0" spc="33" dirty="0">
                <a:solidFill>
                  <a:srgbClr val="C9A9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Building Trust.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CCEEE94-6360-C7FE-ECB5-30656769FD89}"/>
              </a:ext>
            </a:extLst>
          </p:cNvPr>
          <p:cNvSpPr txBox="1"/>
          <p:nvPr/>
        </p:nvSpPr>
        <p:spPr>
          <a:xfrm>
            <a:off x="2150236" y="3733111"/>
            <a:ext cx="8649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2000" kern="0" spc="297" dirty="0">
                <a:solidFill>
                  <a:srgbClr val="1B24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사</a:t>
            </a:r>
            <a:endParaRPr lang="en-US" altLang="ko-KR" sz="20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xmlns="" id="{59D8D820-C672-550D-6050-38B720A6D0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273" t="37244" r="73128" b="37731"/>
          <a:stretch>
            <a:fillRect/>
          </a:stretch>
        </p:blipFill>
        <p:spPr>
          <a:xfrm>
            <a:off x="7393800" y="95291"/>
            <a:ext cx="769860" cy="817350"/>
          </a:xfrm>
          <a:prstGeom prst="rect">
            <a:avLst/>
          </a:prstGeom>
        </p:spPr>
      </p:pic>
      <p:sp>
        <p:nvSpPr>
          <p:cNvPr id="30" name="Text 3">
            <a:extLst>
              <a:ext uri="{FF2B5EF4-FFF2-40B4-BE49-F238E27FC236}">
                <a16:creationId xmlns:a16="http://schemas.microsoft.com/office/drawing/2014/main" xmlns="" id="{32C8E3CB-2943-6FAE-B770-D61CE3E3E2A7}"/>
              </a:ext>
            </a:extLst>
          </p:cNvPr>
          <p:cNvSpPr txBox="1"/>
          <p:nvPr/>
        </p:nvSpPr>
        <p:spPr>
          <a:xfrm>
            <a:off x="8247531" y="209103"/>
            <a:ext cx="1748118" cy="6406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2060"/>
                </a:solidFill>
                <a:latin typeface="+mj-ea"/>
                <a:ea typeface="+mj-ea"/>
              </a:rPr>
              <a:t>K-</a:t>
            </a:r>
            <a:r>
              <a:rPr lang="en-US" sz="1650" b="1" dirty="0">
                <a:solidFill>
                  <a:srgbClr val="002060"/>
                </a:solidFill>
                <a:latin typeface="+mj-ea"/>
                <a:ea typeface="+mj-ea"/>
              </a:rPr>
              <a:t>Hub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946f4ab3460ed80e02b274fa0f33ea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3424"/>
            <a:ext cx="10287000" cy="6286500"/>
          </a:xfrm>
          <a:prstGeom prst="rect">
            <a:avLst/>
          </a:prstGeom>
        </p:spPr>
      </p:pic>
      <p:pic>
        <p:nvPicPr>
          <p:cNvPr id="3" name="Image 1" descr="gen-dedup-6afc83f0cadad9aa6019226099e654f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4300" cy="6286500"/>
          </a:xfrm>
          <a:prstGeom prst="rect">
            <a:avLst/>
          </a:prstGeom>
        </p:spPr>
      </p:pic>
      <p:pic>
        <p:nvPicPr>
          <p:cNvPr id="4" name="Image 2" descr="gen-dedup-07658868c221944977c562887bf025a6.jpg"/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571500" y="4286707"/>
            <a:ext cx="9144000" cy="55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1500" y="5400446"/>
            <a:ext cx="304495" cy="304495"/>
          </a:xfrm>
          <a:prstGeom prst="ellipse">
            <a:avLst/>
          </a:prstGeom>
          <a:solidFill>
            <a:srgbClr val="1B24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1"/>
          <p:cNvSpPr txBox="1"/>
          <p:nvPr/>
        </p:nvSpPr>
        <p:spPr>
          <a:xfrm>
            <a:off x="571500" y="5400446"/>
            <a:ext cx="3054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</a:t>
            </a:r>
            <a:endParaRPr lang="en-US" sz="1200" dirty="0"/>
          </a:p>
        </p:txBody>
      </p:sp>
      <p:sp>
        <p:nvSpPr>
          <p:cNvPr id="8" name="Shape 2"/>
          <p:cNvSpPr/>
          <p:nvPr/>
        </p:nvSpPr>
        <p:spPr>
          <a:xfrm>
            <a:off x="571500" y="5800954"/>
            <a:ext cx="304495" cy="304495"/>
          </a:xfrm>
          <a:prstGeom prst="ellipse">
            <a:avLst/>
          </a:prstGeom>
          <a:solidFill>
            <a:srgbClr val="C9A9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571500" y="5800954"/>
            <a:ext cx="3054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569439" y="3844588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/>
              <a:t>Eunsung Choi</a:t>
            </a:r>
            <a:endParaRPr lang="en-US" sz="2400" dirty="0"/>
          </a:p>
        </p:txBody>
      </p:sp>
      <p:sp>
        <p:nvSpPr>
          <p:cNvPr id="13" name="Text 7"/>
          <p:cNvSpPr txBox="1"/>
          <p:nvPr/>
        </p:nvSpPr>
        <p:spPr>
          <a:xfrm>
            <a:off x="2761488" y="3913632"/>
            <a:ext cx="11766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/>
              <a:t>Director</a:t>
            </a:r>
          </a:p>
        </p:txBody>
      </p:sp>
      <p:sp>
        <p:nvSpPr>
          <p:cNvPr id="14" name="Text 8"/>
          <p:cNvSpPr txBox="1"/>
          <p:nvPr/>
        </p:nvSpPr>
        <p:spPr>
          <a:xfrm>
            <a:off x="571500" y="4562856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63" b="1" kern="0" spc="29" dirty="0">
                <a:solidFill>
                  <a:srgbClr val="0E183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K-Hub Partners Co., Ltd.</a:t>
            </a:r>
            <a:endParaRPr lang="en-US" sz="1463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5076749"/>
            <a:ext cx="7239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8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Suite D97, 6F, 602 Yeongdong-daero, Gangnam-gu, Seoul, Republic of Korea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047902" y="5438851"/>
            <a:ext cx="2382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0" dirty="0">
                <a:solidFill>
                  <a:srgbClr val="0E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+82 </a:t>
            </a:r>
            <a:r>
              <a:rPr lang="en-US" sz="1200" kern="0" spc="20" dirty="0" smtClean="0">
                <a:solidFill>
                  <a:srgbClr val="0E18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10-5843-0627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047902" y="5838444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200" kern="0" spc="26" dirty="0" smtClean="0">
                <a:solidFill>
                  <a:srgbClr val="0E1830"/>
                </a:solidFill>
                <a:latin typeface="Inter"/>
                <a:ea typeface="Noto Sans KR" pitchFamily="34" charset="-122"/>
                <a:cs typeface="Noto Sans KR" pitchFamily="34" charset="-120"/>
              </a:rPr>
              <a:t>ply77211@gmail.com</a:t>
            </a:r>
            <a:endParaRPr lang="en-US" altLang="ko-KR" sz="1200" dirty="0">
              <a:latin typeface="Inter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7029907" y="5486400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b="1" i="1" kern="0" spc="25" dirty="0">
                <a:solidFill>
                  <a:srgbClr val="C9A9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Connecting Ideas,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7029907" y="5781751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b="1" i="1" kern="0" spc="25" dirty="0">
                <a:solidFill>
                  <a:srgbClr val="C9A9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Building Trust.</a:t>
            </a:r>
            <a:endParaRPr lang="en-US" sz="12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A8E1E4BC-C29F-5BDE-CF68-6F082566EE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273" t="37244" r="73128" b="37731"/>
          <a:stretch>
            <a:fillRect/>
          </a:stretch>
        </p:blipFill>
        <p:spPr>
          <a:xfrm>
            <a:off x="7393800" y="95291"/>
            <a:ext cx="769860" cy="817350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xmlns="" id="{87497801-D08E-A20E-D529-1AA541F63F82}"/>
              </a:ext>
            </a:extLst>
          </p:cNvPr>
          <p:cNvSpPr txBox="1"/>
          <p:nvPr/>
        </p:nvSpPr>
        <p:spPr>
          <a:xfrm>
            <a:off x="8247531" y="209103"/>
            <a:ext cx="1748118" cy="6406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2060"/>
                </a:solidFill>
                <a:latin typeface="+mj-ea"/>
                <a:ea typeface="+mj-ea"/>
              </a:rPr>
              <a:t>K-</a:t>
            </a:r>
            <a:r>
              <a:rPr lang="en-US" sz="1650" b="1" dirty="0">
                <a:solidFill>
                  <a:srgbClr val="002060"/>
                </a:solidFill>
                <a:latin typeface="+mj-ea"/>
                <a:ea typeface="+mj-ea"/>
              </a:rPr>
              <a:t>Hub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68</Words>
  <Application>Microsoft Office PowerPoint</Application>
  <PresentationFormat>사용자 지정</PresentationFormat>
  <Paragraphs>23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Theme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User</cp:lastModifiedBy>
  <cp:revision>7</cp:revision>
  <dcterms:created xsi:type="dcterms:W3CDTF">2026-08-07T08:02:03Z</dcterms:created>
  <dcterms:modified xsi:type="dcterms:W3CDTF">2026-09-28T06:32:25Z</dcterms:modified>
</cp:coreProperties>
</file>